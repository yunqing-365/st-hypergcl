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ST_HyperGCL_fu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720" y="382905"/>
            <a:ext cx="11033125" cy="5516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杨家睿</dc:creator>
  <cp:lastModifiedBy>WPS_1719042438</cp:lastModifiedBy>
  <cp:revision>5</cp:revision>
  <dcterms:created xsi:type="dcterms:W3CDTF">2023-08-09T12:44:00Z</dcterms:created>
  <dcterms:modified xsi:type="dcterms:W3CDTF">2026-04-01T12:50:49Z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0F5FB19507C84A93AD750163BA994742_12</vt:lpwstr>
  </property>
</Properties>
</file>